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封面证据：布朗族04民歌
https://mzwh.libtop.com/video/343641867495145478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布朗族04民歌
https://mzwh.libtop.com/video/343641867495145478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怒族-04民歌
https://mzwh.libtop.com/video/343665600163217415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普米族-04民歌
https://mzwh.libtop.com/video/343689246831280135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德昂族原生态民族音乐-序
https://mzwh.libtop.com/video/343644424300920837
原始简介：最后的遗产 云南8个人口较少民族原生态音乐 在云南西南边陲的热坝雨林、山谷盆地和西北高原的崇山峻岭中，繁衍生息着8个古老的人口较少民族，他们是独龙族、德昂族、基诺族、怒族、阿昌族、普米族、布朗族和景颇族。2010年第六次全国人口普查统计，云南人口较少民族共有人口420,750人。 千百年来，勤劳智慧的人口较少民族为开发边疆、建设云南做出了积极贡献，在长期的社会实践中，创造、积累了各具特色的非物质文化遗产。以民歌、舞蹈音乐和民族器乐为主体的原生音乐，就是各民族非物质文化遗产中最有代表性的部分。
基诺族-04民歌
https://mzwh.libtop.com/video/343649837457080327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景颇族04民歌
https://mzwh.libtop.com/video/343651651124461575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独龙族-04民歌
https://mzwh.libtop.com/video/343648146108186631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阿昌族04-民歌
https://mzwh.libtop.com/video/343634580521091077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独龙族-04民歌
https://mzwh.libtop.com/video/343648146108186631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阿昌族04-民歌
https://mzwh.libtop.com/video/343634580521091077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海菜腔的传承与发展
https://mzwh.libtop.com/video/332407575389667345
原始简介：海菜腔（中文版)9 在海菜腔艺术的保护传承中，有一位做出了巨大贡献的实践者，他就是国家一级指挥田丰老师。在上个世纪90年代，他来到云南，克服重重困难，创办了云南民族文化传习馆，，聘请技艺一流的少数民族民间艺人作为教员，传授云南的民族文化。而李怀秀就是当时传习馆的第一批学员。正是田丰、后宝云、李怀秀、李怀福等文艺工作者的不懈努力，积极地抢救和挖掘让海菜腔这门古老的民族艺术得以重新绽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怒族-04民歌
https://mzwh.libtop.com/video/343665600163217415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普米族-04民歌
https://mzwh.libtop.com/video/343689246831280135
原始简介：历史上，云南人口较少民族没有本民族文字，他们的历史文化、生产生活知识，主要以民歌演唱的口头形式传承。种类丰富的各族民歌，堪称云南人口较少民族的“百科全书”，其歌唱内容涵盖了各民族生活的方方面面。
德昂族原生态民族音乐-序
https://mzwh.libtop.com/video/343644424300920837
原始简介：最后的遗产 云南8个人口较少民族原生态音乐 在云南西南边陲的热坝雨林、山谷盆地和西北高原的崇山峻岭中，繁衍生息着8个古老的人口较少民族，他们是独龙族、德昂族、基诺族、怒族、阿昌族、普米族、布朗族和景颇族。2010年第六次全国人口普查统计，云南人口较少民族共有人口420,750人。 千百年来，勤劳智慧的人口较少民族为开发边疆、建设云南做出了积极贡献，在长期的社会实践中，创造、积累了各具特色的非物质文化遗产。以民歌、舞蹈音乐和民族器乐为主体的原生音乐，就是各民族非物质文化遗产中最有代表性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云南富宁壮族《坡芽情歌》—爱情民歌集
https://mzwh.libtop.com/video/332432498556403743
原始简介：“坡芽歌书”——爱情民歌集 《坡芽歌书》里的每一幅图画，都代表着一首壮族情歌。整部歌书记录了一对壮族青年男女从相遇到相识、相知、相恋并相约白头的情感历程，曲折婉转，情真意切。图画是根据每首歌中用来表达感情的主要物体绘制而成的，歌词和曲调都记在歌者的心里。 《坡芽歌书》是一部优美的爱情民歌集，在富宁县壮族传统的民歌分类中又称为套歌，通俗来说，《坡芽歌书》其实就是一本当地人用来练习唱情歌的“教科书”。从内容来看，81首情歌的对答内容层层递进，一唱一和，环环相扣。歌书的风格形式和表现手法与《诗经》相比可谓异曲同工，各有千秋。翻开歌书，一股浓郁的民族风情扑面而来，歌书里对爱情追求的描绘，常常令人拍案叫绝。以纤细的油竹形容姑娘的苗条，用“水恋坝，牛恋草”来形容恋情既贴切又形象。
海菜腔的传承与发展
https://mzwh.libtop.com/video/332407575389667345
原始简介：海菜腔（中文版)9 在海菜腔艺术的保护传承中，有一位做出了巨大贡献的实践者，他就是国家一级指挥田丰老师。在上个世纪90年代，他来到云南，克服重重困难，创办了云南民族文化传习馆，，聘请技艺一流的少数民族民间艺人作为教员，传授云南的民族文化。而李怀秀就是当时传习馆的第一批学员。正是田丰、后宝云、李怀秀、李怀福等文艺工作者的不懈努力，积极地抢救和挖掘让海菜腔这门古老的民族艺术得以重新绽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布朗族04民歌
https://mzwh.libtop.com/video/343641867495145478
怒族-04民歌
https://mzwh.libtop.com/video/343665600163217415
普米族-04民歌
https://mzwh.libtop.com/video/343689246831280135
德昂族原生态民族音乐-序
https://mzwh.libtop.com/video/343644424300920837
基诺族-04民歌
https://mzwh.libtop.com/video/343649837457080327
景颇族04民歌
https://mzwh.libtop.com/video/343651651124461575
独龙族-04民歌
https://mzwh.libtop.com/video/343648146108186631
阿昌族04-民歌
https://mzwh.libtop.com/video/343634580521091077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海菜腔的传承与发展
https://mzwh.libtop.com/video/332407575389667345
云南富宁壮族《坡芽情歌》—爱情民歌集
https://mzwh.libtop.com/video/332432498556403743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zwh.libtop.com/video/343641867495145478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zwh.libtop.com/video/343641867495145478" TargetMode="External"/><Relationship Id="rId1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zwh.libtop.com/video/343689246831280135" TargetMode="External"/><Relationship Id="rId1" Type="http://schemas.openxmlformats.org/officeDocument/2006/relationships/image" Target="../media/image-3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zwh.libtop.com/video/343651651124461575" TargetMode="External"/><Relationship Id="rId1" Type="http://schemas.openxmlformats.org/officeDocument/2006/relationships/image" Target="../media/image-4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zwh.libtop.com/video/343648146108186631" TargetMode="External"/><Relationship Id="rId1" Type="http://schemas.openxmlformats.org/officeDocument/2006/relationships/image" Target="../media/image-5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zwh.libtop.com/video/343665600163217415" TargetMode="External"/><Relationship Id="rId1" Type="http://schemas.openxmlformats.org/officeDocument/2006/relationships/image" Target="../media/image-6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zwh.libtop.com/video/332432498556403743" TargetMode="External"/><Relationship Id="rId1" Type="http://schemas.openxmlformats.org/officeDocument/2006/relationships/image" Target="../media/image-7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布朗族04民歌，来源：云南民族文化音像出版社有限责任公司">
            <a:hlinkClick r:id="rId2" tooltip="打开联图云：布朗族04民歌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5836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5F53"/>
                </a:solidFill>
              </a:rPr>
              <a:t>文化寻脉 · 课程研学成果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1481328"/>
            <a:ext cx="6263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82621"/>
                </a:solidFill>
              </a:rPr>
              <a:t>云南少数民族音乐传承与当代发展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4015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F53"/>
                </a:solidFill>
              </a:rPr>
              <a:t>研究问题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785616"/>
            <a:ext cx="6263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4443E"/>
                </a:solidFill>
              </a:rPr>
              <a:t>云南少数民族音乐呈现出哪些形态，它如何进入生活并被记录、传播与传承？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5138928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6762"/>
                </a:solidFill>
              </a:rPr>
              <a:t>PPT展示 · 10分钟 · 本科一年级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5596128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5F53"/>
                </a:solidFill>
              </a:rPr>
              <a:t>10项站内资源 · 章节支撑率100% · V2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6053328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C58"/>
                </a:solidFill>
              </a:rPr>
              <a:t>封面图来自联图云，点击图片打开原始素材。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2621"/>
                </a:solidFill>
              </a:rPr>
              <a:t>研究问题与材料范围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1536192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4443E"/>
                </a:solidFill>
              </a:rPr>
              <a:t>本次展示以10项站内视听材料为证据，讨论云南少数民族音乐的形态、生活语境与传承线索。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F53"/>
                </a:solidFill>
              </a:rPr>
              <a:t>站内证据要点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623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1. 《布朗族04民歌》：平台标注“民族影像志／布朗族／传统音乐”；历史上，云南人口较少民族没有本民族文字，他们的历史文化、生产生活知识，主要以民歌演唱的口头形…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2. 《怒族-04民歌》：平台标注“民族影像志／怒族／传统音乐”；历史上，云南人口较少民族没有本民族文字，他们的历史文化、生产生活知识，主要以民歌演唱的口头形式…</a:t>
            </a:r>
            <a:endParaRPr lang="en-US" sz="1700" dirty="0"/>
          </a:p>
        </p:txBody>
      </p:sp>
      <p:pic>
        <p:nvPicPr>
          <p:cNvPr id="8" name="Image 0" descr="布朗族04民歌，来源：云南民族文化音像出版社有限责任公司">
            <a:hlinkClick r:id="rId2" tooltip="打开联图云：布朗族04民歌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097280"/>
            <a:ext cx="4828032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542239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布朗族04民歌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云南民族文化音像出版社有限责任公司 · 资源编号 343641867495145478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视频封面已嵌入，点击图片在联图云播放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961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</a:rPr>
              <a:t>论证边界：用联图云馆藏界定“云南少数民族音乐传承与当代发展”的讨论范围。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0" y="6144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984"/>
                </a:solidFill>
              </a:rPr>
              <a:t>第2页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2621"/>
                </a:solidFill>
              </a:rPr>
              <a:t>代表性音乐形态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1536192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4443E"/>
                </a:solidFill>
              </a:rPr>
              <a:t>当前馆藏样本覆盖音乐、民歌、乐舞、海菜腔，可用来搭建主题的基本分类。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F53"/>
                </a:solidFill>
              </a:rPr>
              <a:t>站内证据要点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623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1. 《普米族-04民歌》：平台标注“民族影像志／普米族／传统音乐”；历史上，云南人口较少民族没有本民族文字，他们的历史文化、生产生活知识，主要以民歌演唱的口头…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2. 《德昂族原生态民族音乐-序》：平台标注“民族影像志／德昂族／传统音乐”；最后的遗产 云南8个人口较少民族原生态音乐 在云南西南边陲的热坝雨林、山谷盆地和西…</a:t>
            </a:r>
            <a:endParaRPr lang="en-US" sz="1700" dirty="0"/>
          </a:p>
        </p:txBody>
      </p:sp>
      <p:pic>
        <p:nvPicPr>
          <p:cNvPr id="8" name="Image 0" descr="普米族-04民歌，来源：云南民族文化音像出版社有限责任公司">
            <a:hlinkClick r:id="rId2" tooltip="打开联图云：普米族-04民歌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097280"/>
            <a:ext cx="4828032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542239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普米族-04民歌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云南民族文化音像出版社有限责任公司 · 资源编号 343689246831280135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视频封面已嵌入，点击图片在联图云播放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961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</a:rPr>
              <a:t>论证边界：从馆藏标题、分类标签和内容简介识别民歌、山歌、情歌等形态。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0" y="6144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984"/>
                </a:solidFill>
              </a:rPr>
              <a:t>第3页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2621"/>
                </a:solidFill>
              </a:rPr>
              <a:t>民歌与日常生活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1536192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4443E"/>
                </a:solidFill>
              </a:rPr>
              <a:t>民歌类资源把歌唱与日常生活、民族语言和地方记忆联系起来，是理解音乐社会功能的关键证据。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F53"/>
                </a:solidFill>
              </a:rPr>
              <a:t>站内证据要点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623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1. 《景颇族04民歌》：平台标注“民族影像志／景颇族／传统音乐”；历史上，云南人口较少民族没有本民族文字，他们的历史文化、生产生活知识，主要以民歌演唱的口头形…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2. 《独龙族-04民歌》：平台标注“民族影像志／独龙族／传统音乐”；历史上，云南人口较少民族没有本民族文字，他们的历史文化、生产生活知识，主要以民歌演唱的口头…</a:t>
            </a:r>
            <a:endParaRPr lang="en-US" sz="1700" dirty="0"/>
          </a:p>
        </p:txBody>
      </p:sp>
      <p:pic>
        <p:nvPicPr>
          <p:cNvPr id="8" name="Image 0" descr="景颇族04民歌，来源：云南民族文化音像出版社有限责任公司">
            <a:hlinkClick r:id="rId2" tooltip="打开联图云：景颇族04民歌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097280"/>
            <a:ext cx="4828032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542239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景颇族04民歌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云南民族文化音像出版社有限责任公司 · 资源编号 343651651124461575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视频封面已嵌入，点击图片在联图云播放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961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</a:rPr>
              <a:t>论证边界：观察音乐如何进入劳动、节庆、情感表达和口头传承。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0" y="6144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984"/>
                </a:solidFill>
              </a:rPr>
              <a:t>第4页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2621"/>
                </a:solidFill>
              </a:rPr>
              <a:t>不同族群的音乐表达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1536192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4443E"/>
                </a:solidFill>
              </a:rPr>
              <a:t>所选材料涉及布朗族、怒族、普米族、德昂族、基诺族等族群，可从曲种、演唱场景和文化含义三个维度比较。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F53"/>
                </a:solidFill>
              </a:rPr>
              <a:t>站内证据要点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623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1. 《独龙族-04民歌》：平台标注“民族影像志／独龙族／传统音乐”；历史上，云南人口较少民族没有本民族文字，他们的历史文化、生产生活知识，主要以民歌演唱的口头…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2. 《阿昌族04-民歌》：平台标注“民族影像志／阿昌族／传统音乐”；历史上，云南人口较少民族没有本民族文字，他们的历史文化、生产生活知识，主要以民歌演唱的口头…</a:t>
            </a:r>
            <a:endParaRPr lang="en-US" sz="1700" dirty="0"/>
          </a:p>
        </p:txBody>
      </p:sp>
      <p:pic>
        <p:nvPicPr>
          <p:cNvPr id="8" name="Image 0" descr="独龙族-04民歌，来源：云南民族文化音像出版社有限责任公司">
            <a:hlinkClick r:id="rId2" tooltip="打开联图云：独龙族-04民歌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097280"/>
            <a:ext cx="4828032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542239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独龙族-04民歌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云南民族文化音像出版社有限责任公司 · 资源编号 343648146108186631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视频封面已嵌入，点击图片在联图云播放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961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</a:rPr>
              <a:t>论证边界：使用不同族群的站内样本进行并列比较，避免用单一案例代表全部。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0" y="6144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984"/>
                </a:solidFill>
              </a:rPr>
              <a:t>第5页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2621"/>
                </a:solidFill>
              </a:rPr>
              <a:t>传承与当代发展线索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1536192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4443E"/>
                </a:solidFill>
              </a:rPr>
              <a:t>平台馆藏首先提供可回看的记录与传播载体；有关当代发展成效的判断，仍需结合原视频和补充调研核验。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F53"/>
                </a:solidFill>
              </a:rPr>
              <a:t>站内证据要点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623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1. 《怒族-04民歌》：平台标注“民族影像志／怒族／传统音乐”；历史上，云南人口较少民族没有本民族文字，他们的历史文化、生产生活知识，主要以民歌演唱的口头形式…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2. 《普米族-04民歌》：平台标注“民族影像志／普米族／传统音乐”；历史上，云南人口较少民族没有本民族文字，他们的历史文化、生产生活知识，主要以民歌演唱的口头…</a:t>
            </a:r>
            <a:endParaRPr lang="en-US" sz="1700" dirty="0"/>
          </a:p>
        </p:txBody>
      </p:sp>
      <p:pic>
        <p:nvPicPr>
          <p:cNvPr id="8" name="Image 0" descr="怒族-04民歌，来源：云南民族文化音像出版社有限责任公司">
            <a:hlinkClick r:id="rId2" tooltip="打开联图云：怒族-04民歌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097280"/>
            <a:ext cx="4828032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542239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怒族-04民歌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云南民族文化音像出版社有限责任公司 · 资源编号 343665600163217415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视频封面已嵌入，点击图片在联图云播放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961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</a:rPr>
              <a:t>论证边界：基于馆藏事实讨论记录、教育、传播和活态传承，不超出证据作强结论。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0" y="6144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984"/>
                </a:solidFill>
              </a:rPr>
              <a:t>第6页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2621"/>
                </a:solidFill>
              </a:rPr>
              <a:t>结论与证据边界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1536192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4443E"/>
                </a:solidFill>
              </a:rPr>
              <a:t>云南少数民族音乐呈现多族群、多形态与生活化特征；本次结论仅限于已选馆藏，不替代完整田野调查。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F53"/>
                </a:solidFill>
              </a:rPr>
              <a:t>站内证据要点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623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1. 《云南富宁壮族《坡芽情歌》—爱情民歌集》：平台标注“民族影像志／壮族／民间文学”；“坡芽歌书”——爱情民歌集 《坡芽歌书》里的每一幅图画，都代表着一首壮族…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32F"/>
                </a:solidFill>
              </a:rPr>
              <a:t>2. 《海菜腔的传承与发展》：平台标注“民族影像志／彝族／传统音乐”；海菜腔（中文版)9 在海菜腔艺术的保护传承中，有一位做出了巨大贡献的实践者，他就是国家一级…</a:t>
            </a:r>
            <a:endParaRPr lang="en-US" sz="1700" dirty="0"/>
          </a:p>
        </p:txBody>
      </p:sp>
      <p:pic>
        <p:nvPicPr>
          <p:cNvPr id="8" name="Image 0" descr="云南富宁壮族《坡芽情歌》—爱情民歌集，来源：云南民族文化音像出版社">
            <a:hlinkClick r:id="rId2" tooltip="打开联图云：云南富宁壮族《坡芽情歌》—爱情民歌集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097280"/>
            <a:ext cx="4828032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542239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云南富宁壮族《坡芽情歌》—爱情民歌集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云南民族文化音像出版社 · 资源编号 332432498556403743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3645E"/>
                </a:solidFill>
              </a:rPr>
              <a:t>视频封面已嵌入，点击图片在联图云播放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961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</a:rPr>
              <a:t>论证边界：归纳可由馆藏支持的结论，并明确当前资料没有回答的问题。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0" y="6144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984"/>
                </a:solidFill>
              </a:rPr>
              <a:t>第7页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引用与使用边界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621"/>
                </a:solidFill>
              </a:rPr>
              <a:t>引用清单与权限说明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673352"/>
            <a:ext cx="521208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1. 布朗族04民歌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343641867495145478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2. 怒族-04民歌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343665600163217415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3. 普米族-04民歌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343689246831280135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4. 德昂族原生态民族音乐-序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343644424300920837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54496" y="1673352"/>
            <a:ext cx="521208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5. 基诺族-04民歌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343649837457080327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6. 景颇族04民歌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343651651124461575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7. 独龙族-04民歌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343648146108186631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8. 阿昌族04-民歌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云南民族文化音像出版社有限责任公司 · 343634580521091077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58368" y="601675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4C3A"/>
                </a:solidFill>
              </a:rPr>
              <a:t>已把封面/图片素材写入PPT；视频播放仍受平台权限控制，通过封面链接回到联图云。AI归纳不等同于平台原文。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联图云 · 文化寻脉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引用与使用边界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621"/>
                </a:solidFill>
              </a:rPr>
              <a:t>引用清单与权限说明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673352"/>
            <a:ext cx="521208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9. 海菜腔的传承与发展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 · 332407575389667345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10. 云南富宁壮族《坡芽情歌》—爱情民歌集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32F"/>
                </a:solidFill>
              </a:rPr>
              <a:t>云南民族文化音像出版社 · 332432498556403743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54496" y="1673352"/>
            <a:ext cx="521208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58368" y="601675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4C3A"/>
                </a:solidFill>
              </a:rPr>
              <a:t>已把封面/图片素材写入PPT；视频播放仍受平台权限控制，通过封面链接回到联图云。AI归纳不等同于平台原文。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联图云·中华民族文化平台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云南少数民族音乐传承与当代发展</dc:title>
  <dc:subject>基于站内馆藏证据生成的可编辑课程成果</dc:subject>
  <dc:creator>联图云·文化寻脉功能MVP</dc:creator>
  <cp:lastModifiedBy>联图云·文化寻脉功能MVP</cp:lastModifiedBy>
  <cp:revision>1</cp:revision>
  <dcterms:created xsi:type="dcterms:W3CDTF">2026-09-13T10:06:04Z</dcterms:created>
  <dcterms:modified xsi:type="dcterms:W3CDTF">2026-09-13T10:06:04Z</dcterms:modified>
</cp:coreProperties>
</file>